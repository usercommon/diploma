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B6A08-1181-6E3B-CBF3-6532F8B9C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CF31B3-2145-04D7-1BFA-23AC936F2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F8D540-3CAC-8231-320C-54841B85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9EE414-4187-2C75-1D83-09CD9AF08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437552-5326-2785-19E1-BFAE1221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87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A4B31-4016-D004-602C-2EA4B38C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4EC70E-74E2-7C26-7022-B025CABA0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847219-E713-991C-ED4C-BACA0621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303DE9-3C66-522C-9031-040DC488C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5738B3-6025-B328-4330-E1A8B32F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422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45836-F43E-103F-FFC0-5708C7D41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094EEF-6633-AD4F-D0D1-8BDDFBB35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6E038-3B76-F62E-9ED8-A65E0A6E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1398F1-BF05-2134-1D8C-4342C087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255566-C0FB-618B-1946-62FB130E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90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4D6AA-A8BB-0EE6-F504-93BBD33D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07837-8E1C-9DC5-0BF7-0F3680066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8EE917-78DC-6C60-99C7-1A6F2A0B3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00F8DE-9789-2D40-9824-9DEB7B7A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C0375D-075C-F39A-7BBD-D3AE9638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647944-37BF-D31A-B190-3F73108C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8B2B0-56E8-4E79-0B2D-F45C5BD59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8974A3-516F-E55F-3515-8B6A012FD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371808-474B-1EE5-087C-D8A73A514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D4F097-783C-17D0-A5F5-F08B87C33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3C6218-25D4-9855-A1F2-39C87973C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E4B0161-CBA2-F0E4-3EA1-56F29765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92F73A-547A-0899-A093-5809716A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C7FB44-4B0B-8B19-1C82-7B6D3F6C2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184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752C4-1A3A-98EE-32BB-4BAAD947A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805E1B0-D435-C331-ADCB-CCC9E197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B3B36AA-74DD-2AD0-B139-CD127BC4E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BA3C43-F271-2414-EA8C-81F1593E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653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50B62B-3A31-F47C-8473-F048110D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C1F53BB-F2FF-CEDD-E95F-9AFE52B6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282D60-F872-29D7-FBC8-3487094B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4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B1FE6-2C60-5B17-E03B-CB5F9007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5FF57-C3B3-033A-1AEF-71A6DA6C6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C08E62-4BCB-D6E5-004C-D2C9D9397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6D14DF-6823-194C-43FC-B9B509F56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EB2241-0390-CD86-2A8A-0DDA652C8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6DBF75-69A9-5C45-0A8B-3487E5E1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31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88338-EE8C-4FC6-05A3-55963F567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09ECA0D-6B06-23CD-2849-156A6C900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9C350C-8F21-AA02-E33E-BB682DB52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90771D-BF43-8243-E8FF-F38A0172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5107B0-B8F4-7AD1-09B8-E69258EDE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1634C2-F8E6-7D2F-80F8-833FEAFD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90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D0284-1427-9C7D-07C6-625F6413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327DE7-92C0-7864-FB2F-27D5A1294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B0E572-6FBC-9688-8495-7E832BB9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758C36-04BD-6FAC-02D6-1CAB70DB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2CBC7F-EEB6-412F-E298-5D5F3804E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230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663A62F-4B10-CA12-4B56-D6099E4C4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310B05-DAD3-4224-3E7A-EBBEFDA4C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9488A7-C7F6-15C8-7DE4-7251A929A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3BA45B-337C-BD59-F88B-6BD2EADF9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7E626F-B080-DCB0-9842-7D8BA66C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02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BB3CB-D3EC-330D-9413-991398A46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D706EF-E7E7-EBEA-EE82-8A427D57E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985366-660B-D489-DA97-A5902A725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7E672-F6C2-BE4E-B079-0E3D0513498F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B26F09-3CD5-90CE-3469-78783EC18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EFE76A-C275-3BA6-03DD-EFAA60E1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B0FC6-7C02-E144-8A19-A2934DD96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41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2D872-6EBB-21C7-76B8-5FFB533F14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9EA679-F7E1-75F0-9D95-951BAEC366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01960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F56840-F73B-984C-B376-3268461FB279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bb432b4c-4c49-4af8-bcf7-531efa5ff32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Nenashev</dc:creator>
  <cp:lastModifiedBy>Cyril Nenashev</cp:lastModifiedBy>
  <cp:revision>2</cp:revision>
  <dcterms:created xsi:type="dcterms:W3CDTF">2026-05-08T09:48:56Z</dcterms:created>
  <dcterms:modified xsi:type="dcterms:W3CDTF">2026-05-08T09:56:14Z</dcterms:modified>
</cp:coreProperties>
</file>